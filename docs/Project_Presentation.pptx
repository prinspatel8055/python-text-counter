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645920"/>
            <a:ext cx="109728" cy="2926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rPr dirty="0"/>
              <a:t>TECHNICAL PROJECT SHOWCASE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rPr dirty="0"/>
              <a:t>3D Text Counter &amp; Deep Text Analytics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rPr sz="3200" dirty="0"/>
              <a:t>A Local-First, High-Performance Linguistic Intelligence Dashboard</a:t>
            </a:r>
            <a:br>
              <a:rPr sz="3200" dirty="0"/>
            </a:br>
            <a:r>
              <a:rPr sz="3200" dirty="0"/>
              <a:t>Featuring Real-Time Extruded 3D Typography &amp; Longitudinal Rhythms</a:t>
            </a:r>
          </a:p>
          <a:p>
            <a:pPr>
              <a:defRPr sz="1100">
                <a:solidFill>
                  <a:srgbClr val="D97706"/>
                </a:solidFill>
              </a:defRPr>
            </a:pPr>
            <a:r>
              <a:rPr dirty="0"/>
              <a:t>Author: Prince Patel  |  GitHub: @prinspatel8055  |  Tech: Python, </a:t>
            </a:r>
            <a:r>
              <a:rPr dirty="0" err="1"/>
              <a:t>FastAPI</a:t>
            </a:r>
            <a:r>
              <a:rPr dirty="0"/>
              <a:t>, SQLite, Three.js  | 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PROBLEM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Problem: Why Traditional Online Counters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600" dirty="0"/>
              <a:t>1. Privacy Exposure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Online counters upload text to external servers.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Confidential drafts, code snippets, and private thoughts are exposed to ad trackers.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Zero privacy guarantees or data sovereignty.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600" dirty="0"/>
              <a:t>2. Superficial Metrics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Most web tools only count characters and words.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No syllable counting or lexical diversity (TTR).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No </a:t>
            </a:r>
            <a:r>
              <a:rPr sz="1600" dirty="0" err="1"/>
              <a:t>Flesch</a:t>
            </a:r>
            <a:r>
              <a:rPr sz="1600" dirty="0"/>
              <a:t> readability grade classification.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No reading or speaking duration estimation.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600" dirty="0"/>
              <a:t>3. Zero Memory &amp; Flat UX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Session data disappears completely on page reload.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No historical archive or habit tracking.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Cannot measure daily writing velocity or circadian peak hours.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Static, dull interfaces with zero kinetic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CORE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Solution: Local-First Text Intelligence with 3D Visuals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rPr sz="1400" dirty="0"/>
              <a:t>🔒 100% Local-First Privacy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Runs entirely on localhost (127.0.0.1).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Zero external API dependencies, telemetry, or analytics tracking.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Embedded SQLite storage stays strictly on the author's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400" dirty="0"/>
              <a:t>🔤 Real Extruded 3D Typography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Dynamic </a:t>
            </a:r>
            <a:r>
              <a:rPr sz="1400" dirty="0" err="1"/>
              <a:t>WebGL</a:t>
            </a:r>
            <a:r>
              <a:rPr sz="1400" dirty="0"/>
              <a:t> stage powered by Three.js.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Every typed letter generates extruded, </a:t>
            </a:r>
            <a:r>
              <a:rPr sz="1400" dirty="0" err="1"/>
              <a:t>bevelled</a:t>
            </a:r>
            <a:r>
              <a:rPr sz="1400" dirty="0"/>
              <a:t> 3D polygon geometry.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Dynamic character mesh diffing with smooth kinetic animations.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400" dirty="0"/>
              <a:t>📊 20+ Deep Linguistic Metrics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Raw counts (characters, words, sentences, syllables).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Character composition breakdown (letters, digits, </a:t>
            </a:r>
            <a:r>
              <a:rPr sz="1400" dirty="0" err="1"/>
              <a:t>emojis</a:t>
            </a:r>
            <a:r>
              <a:rPr sz="1400" dirty="0"/>
              <a:t>, vowels).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</a:t>
            </a:r>
            <a:r>
              <a:rPr sz="1400" dirty="0" err="1"/>
              <a:t>Flesch</a:t>
            </a:r>
            <a:r>
              <a:rPr sz="1400" dirty="0"/>
              <a:t> Reading Ease algorithm &amp; complexity classification band.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400" dirty="0"/>
              <a:t>📈 Longitudinal Habit Analytics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Day-wise velocity tracking over 7, 30, or 90 days.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24-Hour circadian rhythm </a:t>
            </a:r>
            <a:r>
              <a:rPr sz="1400" dirty="0" err="1"/>
              <a:t>heatmap</a:t>
            </a:r>
            <a:r>
              <a:rPr sz="1400" dirty="0"/>
              <a:t> for any chosen calendar date.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Multi-criteria search, sorting, and CSV/JSON data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ENGINEERING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Decoupled 3-Tier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400" dirty="0"/>
              <a:t>1. Presentation Tier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templates/index.html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Three.js </a:t>
            </a:r>
            <a:r>
              <a:rPr sz="1400" dirty="0" err="1"/>
              <a:t>WebGL</a:t>
            </a:r>
            <a:r>
              <a:rPr sz="1400" dirty="0"/>
              <a:t> Stage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Vanilla JS Engine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CSS3 Grid Layout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Real-time keystroke listener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Dynamic lighting &amp; materials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Zero front-end frameworks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6304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rPr sz="1400" dirty="0"/>
              <a:t>2. API Controller Tier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app.py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</a:t>
            </a:r>
            <a:r>
              <a:rPr sz="1400" dirty="0" err="1"/>
              <a:t>FastAPI</a:t>
            </a:r>
            <a:r>
              <a:rPr sz="1400" dirty="0"/>
              <a:t> + </a:t>
            </a:r>
            <a:r>
              <a:rPr sz="1400" dirty="0" err="1"/>
              <a:t>Uvicorn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</a:t>
            </a:r>
            <a:r>
              <a:rPr sz="1400" dirty="0" err="1"/>
              <a:t>Pydantic</a:t>
            </a:r>
            <a:r>
              <a:rPr sz="1400" dirty="0"/>
              <a:t> Validation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Dynamic port auto-selection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Auto-browser launcher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CSV/JSON streaming exports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Interactive /docs Swagger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246888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400" dirty="0"/>
              <a:t>3. Analytics Engine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analytics.py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Pure functional Python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Zero database dependencies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Tokenization regex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Syllable acoustic heuristic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</a:t>
            </a:r>
            <a:r>
              <a:rPr sz="1400" dirty="0" err="1"/>
              <a:t>Flesch</a:t>
            </a:r>
            <a:r>
              <a:rPr sz="1400" dirty="0"/>
              <a:t> readability score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Stop-word elimination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463040"/>
            <a:ext cx="246888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400" dirty="0"/>
              <a:t>4. Persistence Tier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database.py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SQLite3 with WAL mode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Auto-migrating schema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Window aggregation queries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Temporal zero-filling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ACID transaction safety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Local </a:t>
            </a:r>
            <a:r>
              <a:rPr sz="1400" dirty="0" err="1"/>
              <a:t>counter.db</a:t>
            </a:r>
            <a:r>
              <a:rPr sz="1400" dirty="0"/>
              <a:t>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VISUAL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Real-Time 3D Typography: WebGL Mesh Generation</a:t>
            </a:r>
          </a:p>
        </p:txBody>
      </p:sp>
      <p:pic>
        <p:nvPicPr>
          <p:cNvPr id="4" name="Picture 3" descr="3d-ty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2789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rPr sz="1400" dirty="0"/>
              <a:t>Technical Highlights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True Geometry: Loaded from JSON typeface glyphs with bevels &amp; extrusion depth.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Incremental Diffing: Only adds/removes meshes that changed, preserving kinetic fluidity.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Physically Based Shading: Key, rim, and ambient lights bounce off metallic </a:t>
            </a:r>
            <a:r>
              <a:rPr sz="1400" dirty="0" err="1"/>
              <a:t>shaders</a:t>
            </a:r>
            <a:r>
              <a:rPr sz="1400" dirty="0"/>
              <a:t>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4 Material Finishes: Polished Gold, Brushed Brass, Champagne, Antique Bronze.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Graceful Fallback: Seamlessly falls back to polygonal slabs if </a:t>
            </a:r>
            <a:r>
              <a:rPr sz="1400" dirty="0" err="1"/>
              <a:t>WebGL</a:t>
            </a:r>
            <a:r>
              <a:rPr sz="1400" dirty="0"/>
              <a:t> is unavailable.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COMPUTATIONAL LINGUISTICS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Linguistic Intelligence &amp; Readability Formulas</a:t>
            </a:r>
          </a:p>
        </p:txBody>
      </p:sp>
      <p:pic>
        <p:nvPicPr>
          <p:cNvPr id="4" name="Picture 3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446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rPr sz="1400" dirty="0"/>
              <a:t>Algorithmic Blueprint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</a:t>
            </a:r>
            <a:r>
              <a:rPr sz="1400" dirty="0" err="1"/>
              <a:t>Flesch</a:t>
            </a:r>
            <a:r>
              <a:rPr sz="1400" dirty="0"/>
              <a:t> Reading Ease:</a:t>
            </a:r>
            <a:br>
              <a:rPr sz="1400" dirty="0"/>
            </a:br>
            <a:r>
              <a:rPr sz="1400" dirty="0"/>
              <a:t>  206.835 - 1.015(words/sent) - 84.6(syllables/word)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Complexity Bands:</a:t>
            </a:r>
            <a:br>
              <a:rPr sz="1400" dirty="0"/>
            </a:br>
            <a:r>
              <a:rPr sz="1400" dirty="0"/>
              <a:t>  Very Easy (90+) to Very Difficult (&lt;30)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Acoustic Syllables:</a:t>
            </a:r>
            <a:br>
              <a:rPr sz="1400" dirty="0"/>
            </a:br>
            <a:r>
              <a:rPr sz="1400" dirty="0"/>
              <a:t>  Consecutive vowel clustering + suffix rules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Lexical Diversity:</a:t>
            </a:r>
            <a:br>
              <a:rPr sz="1400" dirty="0"/>
            </a:br>
            <a:r>
              <a:rPr sz="1400" dirty="0"/>
              <a:t>  Type-Token Ratio (TTR %)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Reading/Speaking Time:</a:t>
            </a:r>
            <a:br>
              <a:rPr sz="1400" dirty="0"/>
            </a:br>
            <a:r>
              <a:rPr sz="1400" dirty="0"/>
              <a:t>  Calibrated at 200 WPM / 130 WPM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Keyword Extraction:</a:t>
            </a:r>
            <a:br>
              <a:rPr sz="1400" dirty="0"/>
            </a:br>
            <a:r>
              <a:rPr sz="1400" dirty="0"/>
              <a:t>  130-word English </a:t>
            </a:r>
            <a:r>
              <a:rPr sz="1400" dirty="0" err="1"/>
              <a:t>stoplist</a:t>
            </a:r>
            <a:r>
              <a:rPr sz="1400" dirty="0"/>
              <a:t> removal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TEMPORAL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Longitudinal Writing Analytics &amp; Rhythms</a:t>
            </a:r>
          </a:p>
        </p:txBody>
      </p:sp>
      <p:pic>
        <p:nvPicPr>
          <p:cNvPr id="4" name="Picture 3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9554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400" dirty="0"/>
              <a:t>Longitudinal Features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Day-Wise Velocity: Visualizes writing output over 7, 30, or 90 days with zero-fill accuracy.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24-Hour Rhythm </a:t>
            </a:r>
            <a:r>
              <a:rPr sz="1400" dirty="0" err="1"/>
              <a:t>Heatmap</a:t>
            </a:r>
            <a:r>
              <a:rPr sz="1400" dirty="0"/>
              <a:t>: Pinpoints exact hours of peak productivity for any selected date.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Weekday Pattern: Identifies creative momentum across days of the week.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Top Keywords: Tracks cumulative vocabulary trends across all historical submissions.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High Performance: Pure SQL aggregations executed locally in &lt;5 milliseconds.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DATA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Searchable History &amp; Data Ownership</a:t>
            </a:r>
          </a:p>
        </p:txBody>
      </p:sp>
      <p:pic>
        <p:nvPicPr>
          <p:cNvPr id="4" name="Picture 3" descr="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0212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400" dirty="0"/>
              <a:t>Data Sovereignty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Full-Text Search: Query across all saved entries in real time.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Multi-Criteria Sort: Sort by newest, oldest, longest text, or word count.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Date Filtering: Isolate entries written on specific dates.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CSV &amp; JSON Export: One-click download of all data for external data science workflows.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Self-Migrating DB: Schema upgrades automatically without data loss.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RUNNING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Installation, Portability &amp; One-Click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rPr sz="1600" dirty="0"/>
              <a:t>🪟 Windows Execution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Simply double-click run.bat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Auto-detects Python 3.10+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Initializes virtual environment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Installs requirements.txt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Launches </a:t>
            </a:r>
            <a:r>
              <a:rPr sz="1600" dirty="0" err="1"/>
              <a:t>Uvicorn</a:t>
            </a:r>
            <a:r>
              <a:rPr sz="1600" dirty="0"/>
              <a:t> server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Opens default browser automatically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600" dirty="0"/>
              <a:t>🍎 </a:t>
            </a:r>
            <a:r>
              <a:rPr sz="1600" dirty="0" err="1"/>
              <a:t>macOS</a:t>
            </a:r>
            <a:r>
              <a:rPr sz="1600" dirty="0"/>
              <a:t> / 🐧 Linux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Run ./run.sh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Configures environment permissions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Activates isolated .</a:t>
            </a:r>
            <a:r>
              <a:rPr sz="1600" dirty="0" err="1"/>
              <a:t>venv</a:t>
            </a:r>
            <a:endParaRPr sz="1600" dirty="0"/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Resolves open local port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Starts </a:t>
            </a:r>
            <a:r>
              <a:rPr sz="1600" dirty="0" err="1"/>
              <a:t>FastAPI</a:t>
            </a:r>
            <a:r>
              <a:rPr sz="1600" dirty="0"/>
              <a:t> backend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Zero external configuration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600" dirty="0"/>
              <a:t>⌨️ Ergonomics &amp; APIs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Enter: Instantly analyzes and saves text.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Shift + Enter: Inserts multiline newline.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REST Endpoints: Full programmatic access via /</a:t>
            </a:r>
            <a:r>
              <a:rPr sz="1600" dirty="0" err="1"/>
              <a:t>api</a:t>
            </a:r>
            <a:r>
              <a:rPr sz="1600" dirty="0"/>
              <a:t>/texts and /</a:t>
            </a:r>
            <a:r>
              <a:rPr sz="1600" dirty="0" err="1"/>
              <a:t>api</a:t>
            </a:r>
            <a:r>
              <a:rPr sz="1600" dirty="0"/>
              <a:t>/stats.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600" dirty="0"/>
              <a:t>•  Interactive Swagger: Live API testing available at /docs.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Roadmap, Open Source Community &amp; GitHub Star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rPr sz="1400" dirty="0"/>
              <a:t>🚀 Future Engineering Roadmap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v1.1: Multilingual linguistic support &amp; language detection models.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v1.2: Native Dark/Light theme switching &amp; customizable stage lighting controls.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v1.3: Comprehensive automated unit test suite with 100% branch coverage.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v2.0: Optional multi-user authentication for shared classroom/team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rPr sz="1400" dirty="0"/>
              <a:t>⭐ Star the Project on GitHub!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GitHub Repository: https://github.com/prinspatel8055/python-text-counter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Author: Prince Patel (@prinspatel8055)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License: MIT Open Source License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Why Star? Every star increases project visibility in the open-source ecosystem!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sz="1400" dirty="0"/>
              <a:t>•  Contributions: Pull requests and feature suggestions are warmly welcomed.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936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BAPS</cp:lastModifiedBy>
  <cp:revision>2</cp:revision>
  <dcterms:created xsi:type="dcterms:W3CDTF">2013-01-27T09:14:16Z</dcterms:created>
  <dcterms:modified xsi:type="dcterms:W3CDTF">2026-10-26T10:38:26Z</dcterms:modified>
  <cp:category/>
</cp:coreProperties>
</file>